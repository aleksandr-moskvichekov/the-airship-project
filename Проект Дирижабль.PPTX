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ша Москвичеков" initials="СМ" lastIdx="1" clrIdx="0">
    <p:extLst>
      <p:ext uri="{19B8F6BF-5375-455C-9EA6-DF929625EA0E}">
        <p15:presenceInfo xmlns:p15="http://schemas.microsoft.com/office/powerpoint/2012/main" userId="04a8429d63b82a2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21T19:32:56.545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80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97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33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0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26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07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881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34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20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0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74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848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64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100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270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036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95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C4B303B-2046-41DB-9B13-62B123FB9661}" type="datetimeFigureOut">
              <a:rPr lang="ru-RU" smtClean="0"/>
              <a:t>21.03.2022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D6C376A-D267-40D1-8978-0CC25C021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09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267ED-1F05-43CC-8701-50988E983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59" y="1174070"/>
            <a:ext cx="8001000" cy="2971801"/>
          </a:xfrm>
        </p:spPr>
        <p:txBody>
          <a:bodyPr/>
          <a:lstStyle/>
          <a:p>
            <a:r>
              <a:rPr lang="ru-RU" b="1" dirty="0"/>
              <a:t>Построение Радиоуправляемой модели дирижабля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CC576C-4121-4FE4-B5C1-55D665587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8532" y="5433134"/>
            <a:ext cx="7480808" cy="1424866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tx1"/>
                </a:solidFill>
              </a:rPr>
              <a:t>Москвичеков Александр Сергеевич</a:t>
            </a:r>
          </a:p>
          <a:p>
            <a:pPr algn="r"/>
            <a:r>
              <a:rPr lang="ru-RU" b="1" dirty="0">
                <a:solidFill>
                  <a:schemeClr val="tx1"/>
                </a:solidFill>
              </a:rPr>
              <a:t>Руководитель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Смирнов Виктор Борисович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51EA5-094D-4AC0-BD53-7CFF9C666490}"/>
              </a:ext>
            </a:extLst>
          </p:cNvPr>
          <p:cNvSpPr txBox="1"/>
          <p:nvPr/>
        </p:nvSpPr>
        <p:spPr>
          <a:xfrm>
            <a:off x="2503504" y="565204"/>
            <a:ext cx="689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МБОУ Зырянская средняя общеобразовательная школа</a:t>
            </a:r>
          </a:p>
        </p:txBody>
      </p:sp>
    </p:spTree>
    <p:extLst>
      <p:ext uri="{BB962C8B-B14F-4D97-AF65-F5344CB8AC3E}">
        <p14:creationId xmlns:p14="http://schemas.microsoft.com/office/powerpoint/2010/main" val="55016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B970FF-D51F-4BB5-B863-24D99D82887A}"/>
              </a:ext>
            </a:extLst>
          </p:cNvPr>
          <p:cNvSpPr txBox="1"/>
          <p:nvPr/>
        </p:nvSpPr>
        <p:spPr>
          <a:xfrm>
            <a:off x="488271" y="310719"/>
            <a:ext cx="457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latin typeface="+mj-lt"/>
              </a:rPr>
              <a:t>Цель</a:t>
            </a:r>
            <a:r>
              <a:rPr lang="ru-RU" sz="4800" b="1" dirty="0"/>
              <a:t> и 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C9928-DB57-4348-B31F-9A75B97CAB31}"/>
              </a:ext>
            </a:extLst>
          </p:cNvPr>
          <p:cNvSpPr txBox="1"/>
          <p:nvPr/>
        </p:nvSpPr>
        <p:spPr>
          <a:xfrm>
            <a:off x="488271" y="1544715"/>
            <a:ext cx="3494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+mj-lt"/>
              </a:rPr>
              <a:t>Цель моего Проекта: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22DC0-48F6-4F55-B26A-E6D01B6F96A8}"/>
              </a:ext>
            </a:extLst>
          </p:cNvPr>
          <p:cNvSpPr txBox="1"/>
          <p:nvPr/>
        </p:nvSpPr>
        <p:spPr>
          <a:xfrm>
            <a:off x="488271" y="2104008"/>
            <a:ext cx="9063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Построить модель управляемого дирижабля в домашних условиях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20A18-A26E-4D91-A379-A71185788B75}"/>
              </a:ext>
            </a:extLst>
          </p:cNvPr>
          <p:cNvSpPr txBox="1"/>
          <p:nvPr/>
        </p:nvSpPr>
        <p:spPr>
          <a:xfrm>
            <a:off x="488271" y="2949580"/>
            <a:ext cx="6844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+mj-lt"/>
              </a:rPr>
              <a:t>Задачи:</a:t>
            </a:r>
          </a:p>
          <a:p>
            <a:endParaRPr lang="ru-RU" sz="2000" dirty="0"/>
          </a:p>
          <a:p>
            <a:pPr marL="457200" indent="-457200">
              <a:buAutoNum type="arabicPeriod"/>
            </a:pPr>
            <a:r>
              <a:rPr lang="ru-RU" sz="2000" dirty="0"/>
              <a:t>Изучить принцип работы дирижабля</a:t>
            </a:r>
          </a:p>
          <a:p>
            <a:pPr marL="457200" indent="-457200">
              <a:buAutoNum type="arabicPeriod"/>
            </a:pPr>
            <a:r>
              <a:rPr lang="ru-RU" sz="2000" dirty="0"/>
              <a:t>Провести расчёты</a:t>
            </a:r>
          </a:p>
          <a:p>
            <a:pPr marL="457200" indent="-457200">
              <a:buAutoNum type="arabicPeriod"/>
            </a:pPr>
            <a:r>
              <a:rPr lang="ru-RU" sz="2000" dirty="0"/>
              <a:t>Изготовить шар</a:t>
            </a:r>
          </a:p>
          <a:p>
            <a:pPr marL="457200" indent="-457200">
              <a:buAutoNum type="arabicPeriod"/>
            </a:pPr>
            <a:r>
              <a:rPr lang="ru-RU" sz="2000" dirty="0"/>
              <a:t>Собрать электронику управления</a:t>
            </a:r>
          </a:p>
          <a:p>
            <a:pPr marL="457200" indent="-457200">
              <a:buAutoNum type="arabicPeriod"/>
            </a:pPr>
            <a:r>
              <a:rPr lang="ru-RU" sz="2000" dirty="0"/>
              <a:t>Запустить дирижабль</a:t>
            </a:r>
          </a:p>
        </p:txBody>
      </p:sp>
    </p:spTree>
    <p:extLst>
      <p:ext uri="{BB962C8B-B14F-4D97-AF65-F5344CB8AC3E}">
        <p14:creationId xmlns:p14="http://schemas.microsoft.com/office/powerpoint/2010/main" val="398071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82B75-733E-497D-B63B-B91C2866E3BF}"/>
              </a:ext>
            </a:extLst>
          </p:cNvPr>
          <p:cNvSpPr txBox="1"/>
          <p:nvPr/>
        </p:nvSpPr>
        <p:spPr>
          <a:xfrm>
            <a:off x="470517" y="426128"/>
            <a:ext cx="6361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Устройство дирижабля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5B689-5666-4C92-B34F-A842F401A214}"/>
              </a:ext>
            </a:extLst>
          </p:cNvPr>
          <p:cNvSpPr txBox="1"/>
          <p:nvPr/>
        </p:nvSpPr>
        <p:spPr>
          <a:xfrm>
            <a:off x="470517" y="1655905"/>
            <a:ext cx="879117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Дирижабли относятся к категории транспорта «легче воздуха». Дирижабль — это управляемый корабль, который может не только подниматься вверх, но также маневрировать в любом направлении против ветра, пассажиры при этом находятся в гондоле, подвешенной под шаром.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07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68AC5B-65F4-4774-899B-85029FF4DFE3}"/>
              </a:ext>
            </a:extLst>
          </p:cNvPr>
          <p:cNvSpPr txBox="1"/>
          <p:nvPr/>
        </p:nvSpPr>
        <p:spPr>
          <a:xfrm>
            <a:off x="790112" y="1508282"/>
            <a:ext cx="82295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Мягкий дирижабль </a:t>
            </a:r>
            <a:r>
              <a:rPr lang="ru-RU" sz="2800" dirty="0"/>
              <a:t>— дирижабль, у которого матерчатая оболочка служит также оболочкой для газа. Неизменность внешней формы достигается избыточным давлением несущего газа.</a:t>
            </a:r>
          </a:p>
        </p:txBody>
      </p:sp>
    </p:spTree>
    <p:extLst>
      <p:ext uri="{BB962C8B-B14F-4D97-AF65-F5344CB8AC3E}">
        <p14:creationId xmlns:p14="http://schemas.microsoft.com/office/powerpoint/2010/main" val="273490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881FE7-31A3-42C2-8FD8-062AF8965B48}"/>
              </a:ext>
            </a:extLst>
          </p:cNvPr>
          <p:cNvSpPr txBox="1"/>
          <p:nvPr/>
        </p:nvSpPr>
        <p:spPr>
          <a:xfrm>
            <a:off x="834501" y="612559"/>
            <a:ext cx="55419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Электроника пульта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9D794-AB6F-4044-BCA2-1784C1F1A3C4}"/>
              </a:ext>
            </a:extLst>
          </p:cNvPr>
          <p:cNvSpPr txBox="1"/>
          <p:nvPr/>
        </p:nvSpPr>
        <p:spPr>
          <a:xfrm>
            <a:off x="523782" y="1320445"/>
            <a:ext cx="997901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•Электроника пульта передает команды на дирижабль на частоте 2.4ГГц</a:t>
            </a:r>
          </a:p>
          <a:p>
            <a:endParaRPr lang="ru-RU" sz="2000" dirty="0"/>
          </a:p>
          <a:p>
            <a:r>
              <a:rPr lang="ru-RU" sz="2000" dirty="0"/>
              <a:t>•Выводит полученную информацию с дирижабля на дисплей</a:t>
            </a:r>
          </a:p>
          <a:p>
            <a:endParaRPr lang="ru-RU" sz="2000" dirty="0"/>
          </a:p>
          <a:p>
            <a:r>
              <a:rPr lang="ru-RU" sz="2000" dirty="0"/>
              <a:t>•Выводит информацию о качестве связи на дисплей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7FF29E-D1D7-4082-A01A-75DFC3F55EC0}"/>
              </a:ext>
            </a:extLst>
          </p:cNvPr>
          <p:cNvSpPr txBox="1"/>
          <p:nvPr/>
        </p:nvSpPr>
        <p:spPr>
          <a:xfrm>
            <a:off x="834501" y="3305604"/>
            <a:ext cx="67665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Электроника Дирижабля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2B3A5-D835-41ED-82A3-8A7EF0F0017A}"/>
              </a:ext>
            </a:extLst>
          </p:cNvPr>
          <p:cNvSpPr txBox="1"/>
          <p:nvPr/>
        </p:nvSpPr>
        <p:spPr>
          <a:xfrm>
            <a:off x="523782" y="4287534"/>
            <a:ext cx="68114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/>
              <a:t>•Принимает команды с пульта и приводит их в действие</a:t>
            </a:r>
          </a:p>
          <a:p>
            <a:endParaRPr lang="ru-RU" dirty="0"/>
          </a:p>
          <a:p>
            <a:r>
              <a:rPr lang="ru-RU" sz="1800" dirty="0"/>
              <a:t>•Отправляет сведенья о состоянии дирижабля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181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7E0030-52AB-44CF-B15A-BD4588E093EA}"/>
              </a:ext>
            </a:extLst>
          </p:cNvPr>
          <p:cNvSpPr txBox="1"/>
          <p:nvPr/>
        </p:nvSpPr>
        <p:spPr>
          <a:xfrm>
            <a:off x="887767" y="497150"/>
            <a:ext cx="3886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Схема Пульта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9D5F74-9938-48B8-8E23-18B435600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7" y="1205036"/>
            <a:ext cx="8798208" cy="54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1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66D0B-ED73-45E7-BB7D-34C8FF367488}"/>
              </a:ext>
            </a:extLst>
          </p:cNvPr>
          <p:cNvSpPr txBox="1"/>
          <p:nvPr/>
        </p:nvSpPr>
        <p:spPr>
          <a:xfrm>
            <a:off x="887767" y="497150"/>
            <a:ext cx="86373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Схема Электроники Дирижабля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93800F-FF60-459B-8A72-09ABF5821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7" y="1801612"/>
            <a:ext cx="10138876" cy="45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10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9A888-AC36-4DA0-BF58-D7B14A29C710}"/>
              </a:ext>
            </a:extLst>
          </p:cNvPr>
          <p:cNvSpPr txBox="1"/>
          <p:nvPr/>
        </p:nvSpPr>
        <p:spPr>
          <a:xfrm>
            <a:off x="967666" y="630315"/>
            <a:ext cx="33297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1CAED-57C0-4D17-ADFA-F7E305DC050A}"/>
              </a:ext>
            </a:extLst>
          </p:cNvPr>
          <p:cNvSpPr txBox="1"/>
          <p:nvPr/>
        </p:nvSpPr>
        <p:spPr>
          <a:xfrm>
            <a:off x="1303687" y="232595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41288-295F-4423-9D2A-270A06C178AA}"/>
              </a:ext>
            </a:extLst>
          </p:cNvPr>
          <p:cNvSpPr txBox="1"/>
          <p:nvPr/>
        </p:nvSpPr>
        <p:spPr>
          <a:xfrm>
            <a:off x="967666" y="2032986"/>
            <a:ext cx="45384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/>
              <a:t>• Изучен принцип работы дирижабля</a:t>
            </a:r>
          </a:p>
          <a:p>
            <a:endParaRPr lang="ru-RU" dirty="0"/>
          </a:p>
          <a:p>
            <a:r>
              <a:rPr lang="ru-RU" sz="1800" dirty="0"/>
              <a:t>•Проведены расчеты</a:t>
            </a:r>
          </a:p>
          <a:p>
            <a:endParaRPr lang="ru-RU" dirty="0"/>
          </a:p>
          <a:p>
            <a:r>
              <a:rPr lang="ru-RU" sz="1800" dirty="0"/>
              <a:t>•Собрана электроника управления</a:t>
            </a:r>
          </a:p>
          <a:p>
            <a:endParaRPr lang="ru-RU" dirty="0"/>
          </a:p>
          <a:p>
            <a:r>
              <a:rPr lang="ru-RU" sz="1800" dirty="0"/>
              <a:t>•Изготовлен Шар</a:t>
            </a:r>
          </a:p>
          <a:p>
            <a:endParaRPr lang="ru-RU" dirty="0"/>
          </a:p>
          <a:p>
            <a:r>
              <a:rPr lang="ru-RU" sz="1800" dirty="0"/>
              <a:t>•Не запущен дирижабль</a:t>
            </a:r>
          </a:p>
          <a:p>
            <a:endParaRPr lang="ru-RU" dirty="0"/>
          </a:p>
          <a:p>
            <a:r>
              <a:rPr lang="ru-RU" dirty="0"/>
              <a:t>Основная цель не выполнена</a:t>
            </a:r>
          </a:p>
        </p:txBody>
      </p:sp>
    </p:spTree>
    <p:extLst>
      <p:ext uri="{BB962C8B-B14F-4D97-AF65-F5344CB8AC3E}">
        <p14:creationId xmlns:p14="http://schemas.microsoft.com/office/powerpoint/2010/main" val="205610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F065D8-58B7-43DB-8D75-883EED07FEC3}"/>
              </a:ext>
            </a:extLst>
          </p:cNvPr>
          <p:cNvSpPr txBox="1"/>
          <p:nvPr/>
        </p:nvSpPr>
        <p:spPr>
          <a:xfrm>
            <a:off x="2450237" y="1491448"/>
            <a:ext cx="6058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+mj-lt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073279391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239</TotalTime>
  <Words>192</Words>
  <Application>Microsoft Office PowerPoint</Application>
  <PresentationFormat>Широкоэкранный</PresentationFormat>
  <Paragraphs>42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Сектор</vt:lpstr>
      <vt:lpstr>Построение Радиоуправляемой модели дирижабля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Саша Москвичеков</dc:creator>
  <cp:lastModifiedBy>Саша Москвичеков</cp:lastModifiedBy>
  <cp:revision>14</cp:revision>
  <dcterms:created xsi:type="dcterms:W3CDTF">2022-03-21T11:52:42Z</dcterms:created>
  <dcterms:modified xsi:type="dcterms:W3CDTF">2022-03-21T15:52:35Z</dcterms:modified>
</cp:coreProperties>
</file>